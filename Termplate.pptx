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8"/>
  </p:notesMasterIdLst>
  <p:sldIdLst>
    <p:sldId id="377" r:id="rId2"/>
    <p:sldId id="391" r:id="rId3"/>
    <p:sldId id="392" r:id="rId4"/>
    <p:sldId id="395" r:id="rId5"/>
    <p:sldId id="398" r:id="rId6"/>
    <p:sldId id="399" r:id="rId7"/>
  </p:sldIdLst>
  <p:sldSz cx="12192000" cy="6858000"/>
  <p:notesSz cx="6858000" cy="9144000"/>
  <p:embeddedFontLst>
    <p:embeddedFont>
      <p:font typeface="Arial Black" panose="020B0604020202020204" pitchFamily="34" charset="0"/>
      <p:regular r:id="rId9"/>
      <p:bold r:id="rId10"/>
    </p:embeddedFont>
    <p:embeddedFont>
      <p:font typeface="Montserrat SemiBold" panose="00000700000000000000" pitchFamily="2" charset="77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5" roundtripDataSignature="AMtx7mgNYQiNKqiMrk+Jeg76wJeF7SMH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3"/>
    <p:restoredTop sz="94635"/>
  </p:normalViewPr>
  <p:slideViewPr>
    <p:cSldViewPr snapToGrid="0">
      <p:cViewPr>
        <p:scale>
          <a:sx n="140" d="100"/>
          <a:sy n="140" d="100"/>
        </p:scale>
        <p:origin x="1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17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16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115" Type="http://customschemas.google.com/relationships/presentationmetadata" Target="metadata"/><Relationship Id="rId5" Type="http://schemas.openxmlformats.org/officeDocument/2006/relationships/slide" Target="slides/slide4.xml"/><Relationship Id="rId119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11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eeff82bb2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" name="Google Shape;27;g3ceeff82bb2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777708fd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" name="Google Shape;38;g3d777708fd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77708fd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g3d777708fd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5f9ca54f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7" name="Google Shape;297;g395f9ca54f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eeff82bb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ceeff82bb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B917E286-44D4-A4A0-00A4-2C4A146F5D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3956" y="6130290"/>
            <a:ext cx="2069176" cy="55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19000">
              <a:srgbClr val="0070C0"/>
            </a:gs>
          </a:gsLst>
          <a:lin ang="5400000" scaled="1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CA2F11C5-444A-3ED6-853D-D6A8619A8145}"/>
              </a:ext>
            </a:extLst>
          </p:cNvPr>
          <p:cNvSpPr txBox="1"/>
          <p:nvPr/>
        </p:nvSpPr>
        <p:spPr>
          <a:xfrm>
            <a:off x="1817958" y="4214015"/>
            <a:ext cx="855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bg1"/>
                </a:solidFill>
                <a:latin typeface="Montserrat SemiBold" pitchFamily="2" charset="0"/>
              </a:rPr>
              <a:t>REPORTE FOTOGRAFICO</a:t>
            </a:r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C35C6046-7EFF-48C5-DE24-AADD2ADE9D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1300" y="2117797"/>
            <a:ext cx="6729399" cy="131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62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eeff82bb2_0_39"/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N361</a:t>
            </a:r>
            <a:r>
              <a:rPr lang="es-ES" sz="2200" b="1" i="0" u="none" strike="noStrike" cap="none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ES" sz="2200" b="1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SISA</a:t>
            </a:r>
            <a:r>
              <a:rPr lang="es-ES" sz="2200" b="1" i="0" u="none" strike="noStrike" cap="none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 - </a:t>
            </a:r>
            <a:r>
              <a:rPr lang="es-ES" sz="2200" b="1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AV. LO MARCOLETA N361, QUILICURA</a:t>
            </a:r>
            <a:endParaRPr sz="2200" b="1" dirty="0">
              <a:solidFill>
                <a:schemeClr val="bg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" name="Google Shape;30;g3ceeff82bb2_0_39"/>
          <p:cNvSpPr txBox="1"/>
          <p:nvPr/>
        </p:nvSpPr>
        <p:spPr>
          <a:xfrm>
            <a:off x="812586" y="1758678"/>
            <a:ext cx="3022500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11/03/2026</a:t>
            </a:r>
          </a:p>
        </p:txBody>
      </p:sp>
      <p:pic>
        <p:nvPicPr>
          <p:cNvPr id="31" name="Google Shape;31;g3ceeff82bb2_0_39" title="c8d449f8-5fb3-4bb5-95ec-050b9a34d934.jpg"/>
          <p:cNvPicPr preferRelativeResize="0"/>
          <p:nvPr/>
        </p:nvPicPr>
        <p:blipFill rotWithShape="1">
          <a:blip r:embed="rId3">
            <a:alphaModFix/>
          </a:blip>
          <a:srcRect l="1057" r="1057"/>
          <a:stretch/>
        </p:blipFill>
        <p:spPr>
          <a:xfrm>
            <a:off x="634050" y="2177403"/>
            <a:ext cx="3379376" cy="258917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ceeff82bb2_0_39"/>
          <p:cNvSpPr txBox="1"/>
          <p:nvPr/>
        </p:nvSpPr>
        <p:spPr>
          <a:xfrm>
            <a:off x="4506135" y="1758950"/>
            <a:ext cx="3022500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11/03/2026</a:t>
            </a:r>
          </a:p>
        </p:txBody>
      </p:sp>
      <p:pic>
        <p:nvPicPr>
          <p:cNvPr id="33" name="Google Shape;33;g3ceeff82bb2_0_39" title="41fe07a4-69a5-43f8-b998-ea75b2249615.jpg"/>
          <p:cNvPicPr preferRelativeResize="0"/>
          <p:nvPr/>
        </p:nvPicPr>
        <p:blipFill rotWithShape="1">
          <a:blip r:embed="rId4">
            <a:alphaModFix/>
          </a:blip>
          <a:srcRect l="1057" r="1057"/>
          <a:stretch/>
        </p:blipFill>
        <p:spPr>
          <a:xfrm>
            <a:off x="4327600" y="2177403"/>
            <a:ext cx="3379376" cy="258917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ceeff82bb2_0_39"/>
          <p:cNvSpPr txBox="1"/>
          <p:nvPr/>
        </p:nvSpPr>
        <p:spPr>
          <a:xfrm>
            <a:off x="8199684" y="1758950"/>
            <a:ext cx="3022500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11/03/2026</a:t>
            </a:r>
          </a:p>
        </p:txBody>
      </p:sp>
      <p:pic>
        <p:nvPicPr>
          <p:cNvPr id="35" name="Google Shape;35;g3ceeff82bb2_0_39" title="66b07255-4409-4a2d-bcec-05262e91b0ae.jpg"/>
          <p:cNvPicPr preferRelativeResize="0"/>
          <p:nvPr/>
        </p:nvPicPr>
        <p:blipFill rotWithShape="1">
          <a:blip r:embed="rId5">
            <a:alphaModFix/>
          </a:blip>
          <a:srcRect l="1057" r="1057"/>
          <a:stretch/>
        </p:blipFill>
        <p:spPr>
          <a:xfrm>
            <a:off x="8021149" y="2177403"/>
            <a:ext cx="3379376" cy="25891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908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777708fde_0_57"/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N561</a:t>
            </a:r>
            <a:r>
              <a:rPr lang="es-ES" sz="2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S</a:t>
            </a: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ISA</a:t>
            </a:r>
            <a:r>
              <a:rPr lang="es-ES" sz="2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- </a:t>
            </a: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AV. CARDENAL SAMORÉ 2335, VALPARAÍSO</a:t>
            </a:r>
            <a:endParaRPr sz="2200" b="1" i="0" u="none" strike="noStrike" cap="non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" name="Google Shape;41;g3d777708fde_0_57"/>
          <p:cNvSpPr txBox="1"/>
          <p:nvPr/>
        </p:nvSpPr>
        <p:spPr>
          <a:xfrm>
            <a:off x="4149210" y="1524000"/>
            <a:ext cx="3893700" cy="31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13/03/2026</a:t>
            </a:r>
          </a:p>
        </p:txBody>
      </p:sp>
      <p:pic>
        <p:nvPicPr>
          <p:cNvPr id="42" name="Google Shape;42;g3d777708fde_0_57" title="13e6092e-a846-4def-8390-030e601e2da8.jpg"/>
          <p:cNvPicPr preferRelativeResize="0"/>
          <p:nvPr/>
        </p:nvPicPr>
        <p:blipFill rotWithShape="1">
          <a:blip r:embed="rId3">
            <a:alphaModFix/>
          </a:blip>
          <a:srcRect l="661" r="661"/>
          <a:stretch/>
        </p:blipFill>
        <p:spPr>
          <a:xfrm>
            <a:off x="3602400" y="1887075"/>
            <a:ext cx="5174900" cy="393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643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77708fde_0_459"/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N634</a:t>
            </a:r>
            <a:r>
              <a:rPr lang="es-ES" sz="2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SISA</a:t>
            </a:r>
            <a:r>
              <a:rPr lang="es-ES" sz="2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- </a:t>
            </a: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AV. LO MARCOLETA N361, QUILICURA</a:t>
            </a:r>
            <a:endParaRPr sz="2200" b="1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0" name="Google Shape;140;g3d777708fde_0_459"/>
          <p:cNvSpPr txBox="1"/>
          <p:nvPr/>
        </p:nvSpPr>
        <p:spPr>
          <a:xfrm>
            <a:off x="812585" y="1758950"/>
            <a:ext cx="3022500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11/03/2026</a:t>
            </a:r>
          </a:p>
        </p:txBody>
      </p:sp>
      <p:pic>
        <p:nvPicPr>
          <p:cNvPr id="141" name="Google Shape;141;g3d777708fde_0_459" title="2bfc51a8-3849-4a63-ba20-37e70847f06e.jpg"/>
          <p:cNvPicPr preferRelativeResize="0"/>
          <p:nvPr/>
        </p:nvPicPr>
        <p:blipFill rotWithShape="1">
          <a:blip r:embed="rId3">
            <a:alphaModFix/>
          </a:blip>
          <a:srcRect l="1057" r="1057"/>
          <a:stretch/>
        </p:blipFill>
        <p:spPr>
          <a:xfrm>
            <a:off x="634050" y="2177403"/>
            <a:ext cx="3379376" cy="258917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d777708fde_0_459"/>
          <p:cNvSpPr txBox="1"/>
          <p:nvPr/>
        </p:nvSpPr>
        <p:spPr>
          <a:xfrm>
            <a:off x="4506135" y="1758950"/>
            <a:ext cx="3022500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11/02/2026</a:t>
            </a:r>
          </a:p>
        </p:txBody>
      </p:sp>
      <p:pic>
        <p:nvPicPr>
          <p:cNvPr id="143" name="Google Shape;143;g3d777708fde_0_459" title="66770c6b-40c6-48ad-9738-1b082640cd2c.jpg"/>
          <p:cNvPicPr preferRelativeResize="0"/>
          <p:nvPr/>
        </p:nvPicPr>
        <p:blipFill rotWithShape="1">
          <a:blip r:embed="rId4">
            <a:alphaModFix/>
          </a:blip>
          <a:srcRect l="1057" r="1057"/>
          <a:stretch/>
        </p:blipFill>
        <p:spPr>
          <a:xfrm>
            <a:off x="4327600" y="2177403"/>
            <a:ext cx="3379376" cy="258917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d777708fde_0_459"/>
          <p:cNvSpPr txBox="1"/>
          <p:nvPr/>
        </p:nvSpPr>
        <p:spPr>
          <a:xfrm>
            <a:off x="8199684" y="1758950"/>
            <a:ext cx="3022500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12/03/2026</a:t>
            </a:r>
          </a:p>
        </p:txBody>
      </p:sp>
      <p:pic>
        <p:nvPicPr>
          <p:cNvPr id="145" name="Google Shape;145;g3d777708fde_0_459" title="cfc4eb2b-7b52-4165-ac46-5d3817d922ec.jpg"/>
          <p:cNvPicPr preferRelativeResize="0"/>
          <p:nvPr/>
        </p:nvPicPr>
        <p:blipFill rotWithShape="1">
          <a:blip r:embed="rId5">
            <a:alphaModFix/>
          </a:blip>
          <a:srcRect l="1057" r="1057"/>
          <a:stretch/>
        </p:blipFill>
        <p:spPr>
          <a:xfrm>
            <a:off x="8021149" y="2177403"/>
            <a:ext cx="3379376" cy="25891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18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5f9ca54f4_0_65"/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N764</a:t>
            </a:r>
            <a:r>
              <a:rPr lang="es-ES" sz="2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SISA</a:t>
            </a:r>
            <a:r>
              <a:rPr lang="es-ES" sz="2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- </a:t>
            </a: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AV. LA FLORIDA 9385, LA FLORIDA</a:t>
            </a:r>
            <a:endParaRPr sz="2200" b="1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0" name="Google Shape;300;g395f9ca54f4_0_65"/>
          <p:cNvSpPr txBox="1"/>
          <p:nvPr/>
        </p:nvSpPr>
        <p:spPr>
          <a:xfrm>
            <a:off x="812585" y="1758950"/>
            <a:ext cx="3022500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11/03/2026</a:t>
            </a:r>
          </a:p>
        </p:txBody>
      </p:sp>
      <p:pic>
        <p:nvPicPr>
          <p:cNvPr id="301" name="Google Shape;301;g395f9ca54f4_0_65" title="ce333640-24c4-4896-a46e-a5736a144946.jpg"/>
          <p:cNvPicPr preferRelativeResize="0"/>
          <p:nvPr/>
        </p:nvPicPr>
        <p:blipFill rotWithShape="1">
          <a:blip r:embed="rId3">
            <a:alphaModFix/>
          </a:blip>
          <a:srcRect l="1057" r="1057"/>
          <a:stretch/>
        </p:blipFill>
        <p:spPr>
          <a:xfrm>
            <a:off x="634050" y="2177403"/>
            <a:ext cx="3379376" cy="258917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95f9ca54f4_0_65"/>
          <p:cNvSpPr txBox="1"/>
          <p:nvPr/>
        </p:nvSpPr>
        <p:spPr>
          <a:xfrm>
            <a:off x="4506135" y="1758950"/>
            <a:ext cx="3022500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12/03/2026</a:t>
            </a:r>
          </a:p>
        </p:txBody>
      </p:sp>
      <p:pic>
        <p:nvPicPr>
          <p:cNvPr id="303" name="Google Shape;303;g395f9ca54f4_0_65" title="12ac924a-589c-4913-b415-93e9f815e129.jpg"/>
          <p:cNvPicPr preferRelativeResize="0"/>
          <p:nvPr/>
        </p:nvPicPr>
        <p:blipFill rotWithShape="1">
          <a:blip r:embed="rId4">
            <a:alphaModFix/>
          </a:blip>
          <a:srcRect l="1057" r="1057"/>
          <a:stretch/>
        </p:blipFill>
        <p:spPr>
          <a:xfrm>
            <a:off x="4327600" y="2177403"/>
            <a:ext cx="3379376" cy="258917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95f9ca54f4_0_65"/>
          <p:cNvSpPr txBox="1"/>
          <p:nvPr/>
        </p:nvSpPr>
        <p:spPr>
          <a:xfrm>
            <a:off x="8199684" y="1758950"/>
            <a:ext cx="3022500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12/03/2026</a:t>
            </a:r>
          </a:p>
        </p:txBody>
      </p:sp>
      <p:pic>
        <p:nvPicPr>
          <p:cNvPr id="305" name="Google Shape;305;g395f9ca54f4_0_65" title="2156bd9d-182c-49f0-834c-eac5f7186354.jpg"/>
          <p:cNvPicPr preferRelativeResize="0"/>
          <p:nvPr/>
        </p:nvPicPr>
        <p:blipFill rotWithShape="1">
          <a:blip r:embed="rId5">
            <a:alphaModFix/>
          </a:blip>
          <a:srcRect l="1057" r="1057"/>
          <a:stretch/>
        </p:blipFill>
        <p:spPr>
          <a:xfrm>
            <a:off x="8021149" y="2177403"/>
            <a:ext cx="3379376" cy="25891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7638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eeff82bb2_0_1"/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N765</a:t>
            </a:r>
            <a:r>
              <a:rPr lang="es-ES" sz="2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S</a:t>
            </a: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ISA</a:t>
            </a:r>
            <a:r>
              <a:rPr lang="es-ES" sz="2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- </a:t>
            </a:r>
            <a:r>
              <a:rPr lang="es-E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AV. JOSE MIGUEL CARRERA 6610, LA CISTERNA</a:t>
            </a:r>
            <a:endParaRPr sz="2200" b="1" i="0" u="none" strike="noStrike" cap="non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1" name="Google Shape;311;g3ceeff82bb2_0_1"/>
          <p:cNvSpPr txBox="1"/>
          <p:nvPr/>
        </p:nvSpPr>
        <p:spPr>
          <a:xfrm>
            <a:off x="4149210" y="1524000"/>
            <a:ext cx="3893700" cy="31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10/03/2026</a:t>
            </a:r>
          </a:p>
        </p:txBody>
      </p:sp>
      <p:pic>
        <p:nvPicPr>
          <p:cNvPr id="312" name="Google Shape;312;g3ceeff82bb2_0_1" title="89b6b83f-fbb4-4828-9c54-24dd3cb59ae3.jpg"/>
          <p:cNvPicPr preferRelativeResize="0"/>
          <p:nvPr/>
        </p:nvPicPr>
        <p:blipFill rotWithShape="1">
          <a:blip r:embed="rId3">
            <a:alphaModFix/>
          </a:blip>
          <a:srcRect l="12997" r="12989"/>
          <a:stretch/>
        </p:blipFill>
        <p:spPr>
          <a:xfrm>
            <a:off x="3602400" y="1887075"/>
            <a:ext cx="5174900" cy="393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102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74038474245]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A0F271-87F7-C345-B9E7-A70F1FF737E3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88</Words>
  <Application>Microsoft Macintosh PowerPoint</Application>
  <PresentationFormat>Widescreen</PresentationFormat>
  <Paragraphs>17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Montserrat SemiBold</vt:lpstr>
      <vt:lpstr>Arial Black</vt:lpstr>
      <vt:lpstr>Arial</vt:lpstr>
      <vt:lpstr>Tema de Office [1774038474245]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Sarahi Williams</dc:creator>
  <cp:lastModifiedBy>JUAN RICARDO OLIVARES</cp:lastModifiedBy>
  <cp:revision>2</cp:revision>
  <dcterms:created xsi:type="dcterms:W3CDTF">2024-11-07T13:50:47Z</dcterms:created>
  <dcterms:modified xsi:type="dcterms:W3CDTF">2026-03-20T20:35:57Z</dcterms:modified>
</cp:coreProperties>
</file>