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1"/>
  </p:notesMasterIdLst>
  <p:sldIdLst>
    <p:sldId id="377" r:id="rId2"/>
    <p:sldId id="400" r:id="rId3"/>
    <p:sldId id="391" r:id="rId4"/>
    <p:sldId id="395" r:id="rId5"/>
    <p:sldId id="402" r:id="rId6"/>
    <p:sldId id="404" r:id="rId7"/>
    <p:sldId id="403" r:id="rId8"/>
    <p:sldId id="405" r:id="rId9"/>
    <p:sldId id="406" r:id="rId10"/>
  </p:sldIdLst>
  <p:sldSz cx="12192000" cy="6858000"/>
  <p:notesSz cx="6858000" cy="9144000"/>
  <p:embeddedFontLst>
    <p:embeddedFont>
      <p:font typeface="Arial Black" panose="020B0604020202020204" pitchFamily="34" charset="0"/>
      <p:regular r:id="rId12"/>
      <p:bold r:id="rId13"/>
    </p:embeddedFont>
    <p:embeddedFont>
      <p:font typeface="Montserrat SemiBold" pitchFamily="2" charset="77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5" roundtripDataSignature="AMtx7mgNYQiNKqiMrk+Jeg76wJeF7SM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3"/>
    <p:restoredTop sz="94610"/>
  </p:normalViewPr>
  <p:slideViewPr>
    <p:cSldViewPr snapToGrid="0">
      <p:cViewPr varScale="1">
        <p:scale>
          <a:sx n="116" d="100"/>
          <a:sy n="116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17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11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1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11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eeff82bb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g3ceeff82bb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77708fd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d777708fd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>
          <a:extLst>
            <a:ext uri="{FF2B5EF4-FFF2-40B4-BE49-F238E27FC236}">
              <a16:creationId xmlns:a16="http://schemas.microsoft.com/office/drawing/2014/main" id="{642B6F40-F0AD-BA10-5C37-09B35FBD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eeff82bb2_0_39:notes">
            <a:extLst>
              <a:ext uri="{FF2B5EF4-FFF2-40B4-BE49-F238E27FC236}">
                <a16:creationId xmlns:a16="http://schemas.microsoft.com/office/drawing/2014/main" id="{D2533165-E7DB-224E-BA93-12B4A3705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g3ceeff82bb2_0_39:notes">
            <a:extLst>
              <a:ext uri="{FF2B5EF4-FFF2-40B4-BE49-F238E27FC236}">
                <a16:creationId xmlns:a16="http://schemas.microsoft.com/office/drawing/2014/main" id="{CF312A0B-E2CD-B0F0-53F3-2BB396805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884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>
          <a:extLst>
            <a:ext uri="{FF2B5EF4-FFF2-40B4-BE49-F238E27FC236}">
              <a16:creationId xmlns:a16="http://schemas.microsoft.com/office/drawing/2014/main" id="{E4F6E50B-0BFF-208B-6A71-6B559A9D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eeff82bb2_0_39:notes">
            <a:extLst>
              <a:ext uri="{FF2B5EF4-FFF2-40B4-BE49-F238E27FC236}">
                <a16:creationId xmlns:a16="http://schemas.microsoft.com/office/drawing/2014/main" id="{E485E877-6ABA-588C-C951-1CA2FFDBD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g3ceeff82bb2_0_39:notes">
            <a:extLst>
              <a:ext uri="{FF2B5EF4-FFF2-40B4-BE49-F238E27FC236}">
                <a16:creationId xmlns:a16="http://schemas.microsoft.com/office/drawing/2014/main" id="{E841703B-1E55-44D7-EA9B-6DF31F06A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7889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>
          <a:extLst>
            <a:ext uri="{FF2B5EF4-FFF2-40B4-BE49-F238E27FC236}">
              <a16:creationId xmlns:a16="http://schemas.microsoft.com/office/drawing/2014/main" id="{D6270554-290F-A063-C7C3-DEE875707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eeff82bb2_0_39:notes">
            <a:extLst>
              <a:ext uri="{FF2B5EF4-FFF2-40B4-BE49-F238E27FC236}">
                <a16:creationId xmlns:a16="http://schemas.microsoft.com/office/drawing/2014/main" id="{50D6B706-28A5-8A8C-A0C3-CBEBA2523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g3ceeff82bb2_0_39:notes">
            <a:extLst>
              <a:ext uri="{FF2B5EF4-FFF2-40B4-BE49-F238E27FC236}">
                <a16:creationId xmlns:a16="http://schemas.microsoft.com/office/drawing/2014/main" id="{04F7649B-60AC-F401-D646-5604EBF35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6557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>
          <a:extLst>
            <a:ext uri="{FF2B5EF4-FFF2-40B4-BE49-F238E27FC236}">
              <a16:creationId xmlns:a16="http://schemas.microsoft.com/office/drawing/2014/main" id="{A03FF3B3-FF87-5874-FD2D-332E3346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eeff82bb2_0_39:notes">
            <a:extLst>
              <a:ext uri="{FF2B5EF4-FFF2-40B4-BE49-F238E27FC236}">
                <a16:creationId xmlns:a16="http://schemas.microsoft.com/office/drawing/2014/main" id="{A6A5AEE3-1CF1-E7D4-A3ED-917A0593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g3ceeff82bb2_0_39:notes">
            <a:extLst>
              <a:ext uri="{FF2B5EF4-FFF2-40B4-BE49-F238E27FC236}">
                <a16:creationId xmlns:a16="http://schemas.microsoft.com/office/drawing/2014/main" id="{1A635978-23E4-AE4B-0C63-B9DBC2441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816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0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19000">
              <a:srgbClr val="0070C0"/>
            </a:gs>
          </a:gsLst>
          <a:lin ang="5400000" scaled="1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9FFEC1-F3C9-4E9E-5635-F5407D9326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C77319C-6B6E-1340-D031-D0C724DD596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01430" y="239358"/>
            <a:ext cx="1757157" cy="41120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4348BD-B151-F0A6-EE61-B81CD0421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A2F11C5-444A-3ED6-853D-D6A8619A8145}"/>
              </a:ext>
            </a:extLst>
          </p:cNvPr>
          <p:cNvSpPr txBox="1"/>
          <p:nvPr/>
        </p:nvSpPr>
        <p:spPr>
          <a:xfrm>
            <a:off x="963638" y="4214015"/>
            <a:ext cx="1035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600" dirty="0">
                <a:solidFill>
                  <a:schemeClr val="bg1"/>
                </a:solidFill>
                <a:latin typeface="Montserrat SemiBold" pitchFamily="2" charset="0"/>
              </a:rPr>
              <a:t>REPORTE FOTOGRAFICO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CB7B07-A63A-AD45-A2E2-A5BB9A82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583" y="3429000"/>
            <a:ext cx="2966444" cy="6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6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1EB0-1B4E-64C6-ABAC-EDC7DE56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F281DDC-9D58-C00F-0F44-40724021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E8AF996-2459-7EA7-5CEE-0AE00BE80269}"/>
              </a:ext>
            </a:extLst>
          </p:cNvPr>
          <p:cNvSpPr txBox="1"/>
          <p:nvPr/>
        </p:nvSpPr>
        <p:spPr>
          <a:xfrm>
            <a:off x="324808" y="3105834"/>
            <a:ext cx="11388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600" dirty="0">
                <a:solidFill>
                  <a:srgbClr val="002E7C"/>
                </a:solidFill>
                <a:latin typeface="Montserrat SemiBold" pitchFamily="2" charset="0"/>
              </a:rPr>
              <a:t>NOMBRE CADENA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EE4F8B-0D13-AB07-BC0A-BB9C60C0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1" y="3081720"/>
            <a:ext cx="2966444" cy="6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98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eeff82bb2_0_39"/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NOMBRE TIENDA</a:t>
            </a:r>
            <a:endParaRPr sz="2200" b="1" dirty="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" name="Google Shape;30;g3ceeff82bb2_0_39"/>
          <p:cNvSpPr txBox="1"/>
          <p:nvPr/>
        </p:nvSpPr>
        <p:spPr>
          <a:xfrm>
            <a:off x="2883735" y="1365799"/>
            <a:ext cx="5543467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pic>
        <p:nvPicPr>
          <p:cNvPr id="31" name="Google Shape;31;g3ceeff82bb2_0_39" title="c8d449f8-5fb3-4bb5-95ec-050b9a34d934.jpg"/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2883736" y="1772907"/>
            <a:ext cx="5543468" cy="4247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908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777708fde_0_459"/>
          <p:cNvSpPr txBox="1"/>
          <p:nvPr/>
        </p:nvSpPr>
        <p:spPr>
          <a:xfrm>
            <a:off x="1361589" y="1716419"/>
            <a:ext cx="4624191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A25A76-CBAD-2AD3-77BD-B95654C3DA69}"/>
              </a:ext>
            </a:extLst>
          </p:cNvPr>
          <p:cNvGrpSpPr/>
          <p:nvPr/>
        </p:nvGrpSpPr>
        <p:grpSpPr>
          <a:xfrm>
            <a:off x="1361590" y="2124239"/>
            <a:ext cx="9594447" cy="3542914"/>
            <a:chOff x="634050" y="2177402"/>
            <a:chExt cx="7129930" cy="2632849"/>
          </a:xfrm>
        </p:grpSpPr>
        <p:pic>
          <p:nvPicPr>
            <p:cNvPr id="141" name="Google Shape;141;g3d777708fde_0_459" title="2bfc51a8-3849-4a63-ba20-37e70847f06e.jpg"/>
            <p:cNvPicPr preferRelativeResize="0"/>
            <p:nvPr/>
          </p:nvPicPr>
          <p:blipFill rotWithShape="1">
            <a:blip r:embed="rId3">
              <a:alphaModFix/>
            </a:blip>
            <a:srcRect l="1057" r="1057"/>
            <a:stretch/>
          </p:blipFill>
          <p:spPr>
            <a:xfrm>
              <a:off x="634050" y="2177403"/>
              <a:ext cx="3436380" cy="26328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g3d777708fde_0_459" title="66770c6b-40c6-48ad-9738-1b082640cd2c.jpg"/>
            <p:cNvPicPr preferRelativeResize="0"/>
            <p:nvPr/>
          </p:nvPicPr>
          <p:blipFill rotWithShape="1">
            <a:blip r:embed="rId4">
              <a:alphaModFix/>
            </a:blip>
            <a:srcRect l="1057" r="1057"/>
            <a:stretch/>
          </p:blipFill>
          <p:spPr>
            <a:xfrm>
              <a:off x="4327600" y="2177402"/>
              <a:ext cx="3436380" cy="26328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29;g3ceeff82bb2_0_39">
            <a:extLst>
              <a:ext uri="{FF2B5EF4-FFF2-40B4-BE49-F238E27FC236}">
                <a16:creationId xmlns:a16="http://schemas.microsoft.com/office/drawing/2014/main" id="{6CAB27A4-0AF2-BEE6-D05C-DB41A92C8087}"/>
              </a:ext>
            </a:extLst>
          </p:cNvPr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NOMBRE TIENDA</a:t>
            </a:r>
            <a:endParaRPr sz="2200" b="1" dirty="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Google Shape;140;g3d777708fde_0_459">
            <a:extLst>
              <a:ext uri="{FF2B5EF4-FFF2-40B4-BE49-F238E27FC236}">
                <a16:creationId xmlns:a16="http://schemas.microsoft.com/office/drawing/2014/main" id="{6AEF1FB8-F94B-1363-A527-C85A09BEBE39}"/>
              </a:ext>
            </a:extLst>
          </p:cNvPr>
          <p:cNvSpPr txBox="1"/>
          <p:nvPr/>
        </p:nvSpPr>
        <p:spPr>
          <a:xfrm>
            <a:off x="6331845" y="1716418"/>
            <a:ext cx="4624191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</p:spTree>
    <p:extLst>
      <p:ext uri="{BB962C8B-B14F-4D97-AF65-F5344CB8AC3E}">
        <p14:creationId xmlns:p14="http://schemas.microsoft.com/office/powerpoint/2010/main" val="40218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>
          <a:extLst>
            <a:ext uri="{FF2B5EF4-FFF2-40B4-BE49-F238E27FC236}">
              <a16:creationId xmlns:a16="http://schemas.microsoft.com/office/drawing/2014/main" id="{4488B669-DCEB-ABE6-DBA0-4D004E98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eeff82bb2_0_39">
            <a:extLst>
              <a:ext uri="{FF2B5EF4-FFF2-40B4-BE49-F238E27FC236}">
                <a16:creationId xmlns:a16="http://schemas.microsoft.com/office/drawing/2014/main" id="{21D47742-0D05-732C-B46B-E095129588DF}"/>
              </a:ext>
            </a:extLst>
          </p:cNvPr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NOMBRE TIENDA</a:t>
            </a:r>
            <a:endParaRPr sz="2200" b="1" dirty="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" name="Google Shape;30;g3ceeff82bb2_0_39">
            <a:extLst>
              <a:ext uri="{FF2B5EF4-FFF2-40B4-BE49-F238E27FC236}">
                <a16:creationId xmlns:a16="http://schemas.microsoft.com/office/drawing/2014/main" id="{6A289230-FEB4-17C3-F031-23DD48C2F70C}"/>
              </a:ext>
            </a:extLst>
          </p:cNvPr>
          <p:cNvSpPr txBox="1"/>
          <p:nvPr/>
        </p:nvSpPr>
        <p:spPr>
          <a:xfrm>
            <a:off x="343583" y="1971332"/>
            <a:ext cx="3611132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32" name="Google Shape;32;g3ceeff82bb2_0_39">
            <a:extLst>
              <a:ext uri="{FF2B5EF4-FFF2-40B4-BE49-F238E27FC236}">
                <a16:creationId xmlns:a16="http://schemas.microsoft.com/office/drawing/2014/main" id="{C57D19B4-BCF8-AB4E-24DE-C98916EDEF8C}"/>
              </a:ext>
            </a:extLst>
          </p:cNvPr>
          <p:cNvSpPr txBox="1"/>
          <p:nvPr/>
        </p:nvSpPr>
        <p:spPr>
          <a:xfrm>
            <a:off x="4290435" y="1971604"/>
            <a:ext cx="3611132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34" name="Google Shape;34;g3ceeff82bb2_0_39">
            <a:extLst>
              <a:ext uri="{FF2B5EF4-FFF2-40B4-BE49-F238E27FC236}">
                <a16:creationId xmlns:a16="http://schemas.microsoft.com/office/drawing/2014/main" id="{1EDF8CAA-6A60-C19E-19EA-604854629E2D}"/>
              </a:ext>
            </a:extLst>
          </p:cNvPr>
          <p:cNvSpPr txBox="1"/>
          <p:nvPr/>
        </p:nvSpPr>
        <p:spPr>
          <a:xfrm>
            <a:off x="8237284" y="1971604"/>
            <a:ext cx="3611132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50F029-8BA6-8A78-6964-904430E33469}"/>
              </a:ext>
            </a:extLst>
          </p:cNvPr>
          <p:cNvGrpSpPr/>
          <p:nvPr/>
        </p:nvGrpSpPr>
        <p:grpSpPr>
          <a:xfrm>
            <a:off x="343583" y="2368788"/>
            <a:ext cx="11504834" cy="2766737"/>
            <a:chOff x="634050" y="2177403"/>
            <a:chExt cx="10766475" cy="2589173"/>
          </a:xfrm>
        </p:grpSpPr>
        <p:pic>
          <p:nvPicPr>
            <p:cNvPr id="31" name="Google Shape;31;g3ceeff82bb2_0_39" title="c8d449f8-5fb3-4bb5-95ec-050b9a34d934.jpg">
              <a:extLst>
                <a:ext uri="{FF2B5EF4-FFF2-40B4-BE49-F238E27FC236}">
                  <a16:creationId xmlns:a16="http://schemas.microsoft.com/office/drawing/2014/main" id="{3C2FC40A-DBFA-BD4D-9856-0C7B04D524E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057" r="1057"/>
            <a:stretch/>
          </p:blipFill>
          <p:spPr>
            <a:xfrm>
              <a:off x="634050" y="2177403"/>
              <a:ext cx="3379376" cy="25891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g3ceeff82bb2_0_39" title="41fe07a4-69a5-43f8-b998-ea75b2249615.jpg">
              <a:extLst>
                <a:ext uri="{FF2B5EF4-FFF2-40B4-BE49-F238E27FC236}">
                  <a16:creationId xmlns:a16="http://schemas.microsoft.com/office/drawing/2014/main" id="{1B44DA41-6D8D-6EBC-61A4-31B4801029E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057" r="1057"/>
            <a:stretch/>
          </p:blipFill>
          <p:spPr>
            <a:xfrm>
              <a:off x="4327600" y="2177403"/>
              <a:ext cx="3379376" cy="258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g3ceeff82bb2_0_39" title="66b07255-4409-4a2d-bcec-05262e91b0ae.jpg">
              <a:extLst>
                <a:ext uri="{FF2B5EF4-FFF2-40B4-BE49-F238E27FC236}">
                  <a16:creationId xmlns:a16="http://schemas.microsoft.com/office/drawing/2014/main" id="{4CA3A236-45A7-D82A-16A4-0BDDCCCB1E0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1057" r="1057"/>
            <a:stretch/>
          </p:blipFill>
          <p:spPr>
            <a:xfrm>
              <a:off x="8021149" y="2177403"/>
              <a:ext cx="3379376" cy="258917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9909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>
          <a:extLst>
            <a:ext uri="{FF2B5EF4-FFF2-40B4-BE49-F238E27FC236}">
              <a16:creationId xmlns:a16="http://schemas.microsoft.com/office/drawing/2014/main" id="{81B44511-EA63-539C-C9AB-F2DDE080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eeff82bb2_0_39">
            <a:extLst>
              <a:ext uri="{FF2B5EF4-FFF2-40B4-BE49-F238E27FC236}">
                <a16:creationId xmlns:a16="http://schemas.microsoft.com/office/drawing/2014/main" id="{B16BD5FB-739A-D81C-2B2F-51CD4BC7F652}"/>
              </a:ext>
            </a:extLst>
          </p:cNvPr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NOMBRE TIENDA</a:t>
            </a:r>
            <a:endParaRPr sz="2200" b="1" dirty="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" name="Google Shape;30;g3ceeff82bb2_0_39">
            <a:extLst>
              <a:ext uri="{FF2B5EF4-FFF2-40B4-BE49-F238E27FC236}">
                <a16:creationId xmlns:a16="http://schemas.microsoft.com/office/drawing/2014/main" id="{7A8115F2-BEAD-2565-E273-AA37B13296CC}"/>
              </a:ext>
            </a:extLst>
          </p:cNvPr>
          <p:cNvSpPr txBox="1"/>
          <p:nvPr/>
        </p:nvSpPr>
        <p:spPr>
          <a:xfrm>
            <a:off x="1624686" y="1084491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pic>
        <p:nvPicPr>
          <p:cNvPr id="31" name="Google Shape;31;g3ceeff82bb2_0_39" title="c8d449f8-5fb3-4bb5-95ec-050b9a34d934.jpg">
            <a:extLst>
              <a:ext uri="{FF2B5EF4-FFF2-40B4-BE49-F238E27FC236}">
                <a16:creationId xmlns:a16="http://schemas.microsoft.com/office/drawing/2014/main" id="{AC4BE59C-3A98-72AE-8B34-467776345E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1624686" y="1496643"/>
            <a:ext cx="2681336" cy="205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ceeff82bb2_0_39" title="41fe07a4-69a5-43f8-b998-ea75b2249615.jpg">
            <a:extLst>
              <a:ext uri="{FF2B5EF4-FFF2-40B4-BE49-F238E27FC236}">
                <a16:creationId xmlns:a16="http://schemas.microsoft.com/office/drawing/2014/main" id="{D5226E1B-A15D-5C85-2A11-93ED6A3336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7" r="1057"/>
          <a:stretch/>
        </p:blipFill>
        <p:spPr>
          <a:xfrm>
            <a:off x="4555300" y="1496643"/>
            <a:ext cx="2681336" cy="205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ceeff82bb2_0_39" title="66b07255-4409-4a2d-bcec-05262e91b0ae.jpg">
            <a:extLst>
              <a:ext uri="{FF2B5EF4-FFF2-40B4-BE49-F238E27FC236}">
                <a16:creationId xmlns:a16="http://schemas.microsoft.com/office/drawing/2014/main" id="{B2BA2009-EF44-8D44-47AF-0EE2737E8DA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7485913" y="1496643"/>
            <a:ext cx="2681336" cy="205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5;g3ceeff82bb2_0_39" title="66b07255-4409-4a2d-bcec-05262e91b0ae.jpg">
            <a:extLst>
              <a:ext uri="{FF2B5EF4-FFF2-40B4-BE49-F238E27FC236}">
                <a16:creationId xmlns:a16="http://schemas.microsoft.com/office/drawing/2014/main" id="{1F22EF3E-8C02-F624-1D60-EF1D06A73C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3080061" y="4346442"/>
            <a:ext cx="2681336" cy="2054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0;g3ceeff82bb2_0_39">
            <a:extLst>
              <a:ext uri="{FF2B5EF4-FFF2-40B4-BE49-F238E27FC236}">
                <a16:creationId xmlns:a16="http://schemas.microsoft.com/office/drawing/2014/main" id="{D9B1FCB1-5238-F500-36AE-C82E6CF7D5A8}"/>
              </a:ext>
            </a:extLst>
          </p:cNvPr>
          <p:cNvSpPr txBox="1"/>
          <p:nvPr/>
        </p:nvSpPr>
        <p:spPr>
          <a:xfrm>
            <a:off x="4555300" y="1084490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6" name="Google Shape;30;g3ceeff82bb2_0_39">
            <a:extLst>
              <a:ext uri="{FF2B5EF4-FFF2-40B4-BE49-F238E27FC236}">
                <a16:creationId xmlns:a16="http://schemas.microsoft.com/office/drawing/2014/main" id="{25E245DA-B75B-3315-2F11-251428B83082}"/>
              </a:ext>
            </a:extLst>
          </p:cNvPr>
          <p:cNvSpPr txBox="1"/>
          <p:nvPr/>
        </p:nvSpPr>
        <p:spPr>
          <a:xfrm>
            <a:off x="7475115" y="1084489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7" name="Google Shape;30;g3ceeff82bb2_0_39">
            <a:extLst>
              <a:ext uri="{FF2B5EF4-FFF2-40B4-BE49-F238E27FC236}">
                <a16:creationId xmlns:a16="http://schemas.microsoft.com/office/drawing/2014/main" id="{0E3087A1-016C-D98F-FF95-F58B1EB3094A}"/>
              </a:ext>
            </a:extLst>
          </p:cNvPr>
          <p:cNvSpPr txBox="1"/>
          <p:nvPr/>
        </p:nvSpPr>
        <p:spPr>
          <a:xfrm>
            <a:off x="3058795" y="3934290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pic>
        <p:nvPicPr>
          <p:cNvPr id="2" name="Google Shape;35;g3ceeff82bb2_0_39" title="66b07255-4409-4a2d-bcec-05262e91b0ae.jpg">
            <a:extLst>
              <a:ext uri="{FF2B5EF4-FFF2-40B4-BE49-F238E27FC236}">
                <a16:creationId xmlns:a16="http://schemas.microsoft.com/office/drawing/2014/main" id="{A9E89C26-7176-79BE-BEBE-095D3F37ABB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6018192" y="4346442"/>
            <a:ext cx="2681336" cy="205435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0;g3ceeff82bb2_0_39">
            <a:extLst>
              <a:ext uri="{FF2B5EF4-FFF2-40B4-BE49-F238E27FC236}">
                <a16:creationId xmlns:a16="http://schemas.microsoft.com/office/drawing/2014/main" id="{E9C4CF50-633C-E1E7-CE74-D984847B9EAF}"/>
              </a:ext>
            </a:extLst>
          </p:cNvPr>
          <p:cNvSpPr txBox="1"/>
          <p:nvPr/>
        </p:nvSpPr>
        <p:spPr>
          <a:xfrm>
            <a:off x="5996926" y="3934290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</p:spTree>
    <p:extLst>
      <p:ext uri="{BB962C8B-B14F-4D97-AF65-F5344CB8AC3E}">
        <p14:creationId xmlns:p14="http://schemas.microsoft.com/office/powerpoint/2010/main" val="254890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>
          <a:extLst>
            <a:ext uri="{FF2B5EF4-FFF2-40B4-BE49-F238E27FC236}">
              <a16:creationId xmlns:a16="http://schemas.microsoft.com/office/drawing/2014/main" id="{F03DC983-303A-7DAE-2764-0554BEB4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eeff82bb2_0_39">
            <a:extLst>
              <a:ext uri="{FF2B5EF4-FFF2-40B4-BE49-F238E27FC236}">
                <a16:creationId xmlns:a16="http://schemas.microsoft.com/office/drawing/2014/main" id="{8350F6D5-D46E-F66C-3146-00634993BB51}"/>
              </a:ext>
            </a:extLst>
          </p:cNvPr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NOMBRE TIENDA</a:t>
            </a:r>
            <a:endParaRPr sz="2200" b="1" dirty="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" name="Google Shape;30;g3ceeff82bb2_0_39">
            <a:extLst>
              <a:ext uri="{FF2B5EF4-FFF2-40B4-BE49-F238E27FC236}">
                <a16:creationId xmlns:a16="http://schemas.microsoft.com/office/drawing/2014/main" id="{5D18D63B-B6FC-E531-3F47-717773D4F8AD}"/>
              </a:ext>
            </a:extLst>
          </p:cNvPr>
          <p:cNvSpPr txBox="1"/>
          <p:nvPr/>
        </p:nvSpPr>
        <p:spPr>
          <a:xfrm>
            <a:off x="359412" y="2158656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D693E2C-7DC6-C192-7629-CC081D271632}"/>
              </a:ext>
            </a:extLst>
          </p:cNvPr>
          <p:cNvGrpSpPr/>
          <p:nvPr/>
        </p:nvGrpSpPr>
        <p:grpSpPr>
          <a:xfrm>
            <a:off x="359412" y="2570806"/>
            <a:ext cx="11473176" cy="2054358"/>
            <a:chOff x="343583" y="2368787"/>
            <a:chExt cx="11473176" cy="2054358"/>
          </a:xfrm>
        </p:grpSpPr>
        <p:pic>
          <p:nvPicPr>
            <p:cNvPr id="31" name="Google Shape;31;g3ceeff82bb2_0_39" title="c8d449f8-5fb3-4bb5-95ec-050b9a34d934.jpg">
              <a:extLst>
                <a:ext uri="{FF2B5EF4-FFF2-40B4-BE49-F238E27FC236}">
                  <a16:creationId xmlns:a16="http://schemas.microsoft.com/office/drawing/2014/main" id="{389936F0-5E9D-9690-88FE-5ECF6564226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057" r="1057"/>
            <a:stretch/>
          </p:blipFill>
          <p:spPr>
            <a:xfrm>
              <a:off x="343583" y="2368789"/>
              <a:ext cx="2681336" cy="2054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g3ceeff82bb2_0_39" title="41fe07a4-69a5-43f8-b998-ea75b2249615.jpg">
              <a:extLst>
                <a:ext uri="{FF2B5EF4-FFF2-40B4-BE49-F238E27FC236}">
                  <a16:creationId xmlns:a16="http://schemas.microsoft.com/office/drawing/2014/main" id="{212FBBE8-3F78-D327-08A6-05DF4264DF9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057" r="1057"/>
            <a:stretch/>
          </p:blipFill>
          <p:spPr>
            <a:xfrm>
              <a:off x="3274197" y="2368789"/>
              <a:ext cx="2681336" cy="2054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g3ceeff82bb2_0_39" title="66b07255-4409-4a2d-bcec-05262e91b0ae.jpg">
              <a:extLst>
                <a:ext uri="{FF2B5EF4-FFF2-40B4-BE49-F238E27FC236}">
                  <a16:creationId xmlns:a16="http://schemas.microsoft.com/office/drawing/2014/main" id="{06DD81F6-6AFE-E977-279D-736397202C4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1057" r="1057"/>
            <a:stretch/>
          </p:blipFill>
          <p:spPr>
            <a:xfrm>
              <a:off x="6204810" y="2368789"/>
              <a:ext cx="2681336" cy="2054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35;g3ceeff82bb2_0_39" title="66b07255-4409-4a2d-bcec-05262e91b0ae.jpg">
              <a:extLst>
                <a:ext uri="{FF2B5EF4-FFF2-40B4-BE49-F238E27FC236}">
                  <a16:creationId xmlns:a16="http://schemas.microsoft.com/office/drawing/2014/main" id="{D59C8AAE-7CCF-ABC0-9CAC-8BEE3007C45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1057" r="1057"/>
            <a:stretch/>
          </p:blipFill>
          <p:spPr>
            <a:xfrm>
              <a:off x="9135423" y="2368787"/>
              <a:ext cx="2681336" cy="20543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Google Shape;30;g3ceeff82bb2_0_39">
            <a:extLst>
              <a:ext uri="{FF2B5EF4-FFF2-40B4-BE49-F238E27FC236}">
                <a16:creationId xmlns:a16="http://schemas.microsoft.com/office/drawing/2014/main" id="{6ADEA137-71FD-16B0-E6D7-80A64636D90C}"/>
              </a:ext>
            </a:extLst>
          </p:cNvPr>
          <p:cNvSpPr txBox="1"/>
          <p:nvPr/>
        </p:nvSpPr>
        <p:spPr>
          <a:xfrm>
            <a:off x="3290026" y="2158655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6" name="Google Shape;30;g3ceeff82bb2_0_39">
            <a:extLst>
              <a:ext uri="{FF2B5EF4-FFF2-40B4-BE49-F238E27FC236}">
                <a16:creationId xmlns:a16="http://schemas.microsoft.com/office/drawing/2014/main" id="{7CF5D54C-4C90-9CC1-55D5-0441293D3C8E}"/>
              </a:ext>
            </a:extLst>
          </p:cNvPr>
          <p:cNvSpPr txBox="1"/>
          <p:nvPr/>
        </p:nvSpPr>
        <p:spPr>
          <a:xfrm>
            <a:off x="6209841" y="2158654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7" name="Google Shape;30;g3ceeff82bb2_0_39">
            <a:extLst>
              <a:ext uri="{FF2B5EF4-FFF2-40B4-BE49-F238E27FC236}">
                <a16:creationId xmlns:a16="http://schemas.microsoft.com/office/drawing/2014/main" id="{3BBB08B7-13C5-5D45-6D55-FF4E00AD61D9}"/>
              </a:ext>
            </a:extLst>
          </p:cNvPr>
          <p:cNvSpPr txBox="1"/>
          <p:nvPr/>
        </p:nvSpPr>
        <p:spPr>
          <a:xfrm>
            <a:off x="9129986" y="2158654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</p:spTree>
    <p:extLst>
      <p:ext uri="{BB962C8B-B14F-4D97-AF65-F5344CB8AC3E}">
        <p14:creationId xmlns:p14="http://schemas.microsoft.com/office/powerpoint/2010/main" val="192199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>
          <a:extLst>
            <a:ext uri="{FF2B5EF4-FFF2-40B4-BE49-F238E27FC236}">
              <a16:creationId xmlns:a16="http://schemas.microsoft.com/office/drawing/2014/main" id="{1FF8E3B3-D1F2-3D09-B5B2-7EE99CA8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ceeff82bb2_0_39">
            <a:extLst>
              <a:ext uri="{FF2B5EF4-FFF2-40B4-BE49-F238E27FC236}">
                <a16:creationId xmlns:a16="http://schemas.microsoft.com/office/drawing/2014/main" id="{773AA8E5-0287-8F87-078E-9A27C6FC303A}"/>
              </a:ext>
            </a:extLst>
          </p:cNvPr>
          <p:cNvSpPr txBox="1"/>
          <p:nvPr/>
        </p:nvSpPr>
        <p:spPr>
          <a:xfrm>
            <a:off x="499380" y="263800"/>
            <a:ext cx="10972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200" b="1" dirty="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NOMBRE TIENDA</a:t>
            </a:r>
            <a:endParaRPr sz="2200" b="1" dirty="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" name="Google Shape;30;g3ceeff82bb2_0_39">
            <a:extLst>
              <a:ext uri="{FF2B5EF4-FFF2-40B4-BE49-F238E27FC236}">
                <a16:creationId xmlns:a16="http://schemas.microsoft.com/office/drawing/2014/main" id="{01B686E0-B98B-4441-C11B-39245DC7E14A}"/>
              </a:ext>
            </a:extLst>
          </p:cNvPr>
          <p:cNvSpPr txBox="1"/>
          <p:nvPr/>
        </p:nvSpPr>
        <p:spPr>
          <a:xfrm>
            <a:off x="1624686" y="1084491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pic>
        <p:nvPicPr>
          <p:cNvPr id="31" name="Google Shape;31;g3ceeff82bb2_0_39" title="c8d449f8-5fb3-4bb5-95ec-050b9a34d934.jpg">
            <a:extLst>
              <a:ext uri="{FF2B5EF4-FFF2-40B4-BE49-F238E27FC236}">
                <a16:creationId xmlns:a16="http://schemas.microsoft.com/office/drawing/2014/main" id="{E78A91A6-2B7E-0D91-2E6F-9488B26AF5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1624686" y="1496643"/>
            <a:ext cx="2681336" cy="205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ceeff82bb2_0_39" title="41fe07a4-69a5-43f8-b998-ea75b2249615.jpg">
            <a:extLst>
              <a:ext uri="{FF2B5EF4-FFF2-40B4-BE49-F238E27FC236}">
                <a16:creationId xmlns:a16="http://schemas.microsoft.com/office/drawing/2014/main" id="{C4F2EC3A-074A-0D12-136C-AD78D0C5C3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7" r="1057"/>
          <a:stretch/>
        </p:blipFill>
        <p:spPr>
          <a:xfrm>
            <a:off x="4555300" y="1496643"/>
            <a:ext cx="2681336" cy="205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ceeff82bb2_0_39" title="66b07255-4409-4a2d-bcec-05262e91b0ae.jpg">
            <a:extLst>
              <a:ext uri="{FF2B5EF4-FFF2-40B4-BE49-F238E27FC236}">
                <a16:creationId xmlns:a16="http://schemas.microsoft.com/office/drawing/2014/main" id="{373926E3-D425-09FC-9D5F-1D8A53810B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7485913" y="1496643"/>
            <a:ext cx="2681336" cy="2054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0;g3ceeff82bb2_0_39">
            <a:extLst>
              <a:ext uri="{FF2B5EF4-FFF2-40B4-BE49-F238E27FC236}">
                <a16:creationId xmlns:a16="http://schemas.microsoft.com/office/drawing/2014/main" id="{637CA0C7-7351-D78E-9618-0A35F2451254}"/>
              </a:ext>
            </a:extLst>
          </p:cNvPr>
          <p:cNvSpPr txBox="1"/>
          <p:nvPr/>
        </p:nvSpPr>
        <p:spPr>
          <a:xfrm>
            <a:off x="4555300" y="1084490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6" name="Google Shape;30;g3ceeff82bb2_0_39">
            <a:extLst>
              <a:ext uri="{FF2B5EF4-FFF2-40B4-BE49-F238E27FC236}">
                <a16:creationId xmlns:a16="http://schemas.microsoft.com/office/drawing/2014/main" id="{AE002662-0C42-16D4-6A27-A73C361C91F6}"/>
              </a:ext>
            </a:extLst>
          </p:cNvPr>
          <p:cNvSpPr txBox="1"/>
          <p:nvPr/>
        </p:nvSpPr>
        <p:spPr>
          <a:xfrm>
            <a:off x="7475115" y="1084489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4" name="Google Shape;30;g3ceeff82bb2_0_39">
            <a:extLst>
              <a:ext uri="{FF2B5EF4-FFF2-40B4-BE49-F238E27FC236}">
                <a16:creationId xmlns:a16="http://schemas.microsoft.com/office/drawing/2014/main" id="{945E2092-7796-2F80-E3FC-962ADC59E9A0}"/>
              </a:ext>
            </a:extLst>
          </p:cNvPr>
          <p:cNvSpPr txBox="1"/>
          <p:nvPr/>
        </p:nvSpPr>
        <p:spPr>
          <a:xfrm>
            <a:off x="1613888" y="3831235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pic>
        <p:nvPicPr>
          <p:cNvPr id="9" name="Google Shape;31;g3ceeff82bb2_0_39" title="c8d449f8-5fb3-4bb5-95ec-050b9a34d934.jpg">
            <a:extLst>
              <a:ext uri="{FF2B5EF4-FFF2-40B4-BE49-F238E27FC236}">
                <a16:creationId xmlns:a16="http://schemas.microsoft.com/office/drawing/2014/main" id="{9C453C0D-8C93-230B-4AED-F339645B88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7" r="1057"/>
          <a:stretch/>
        </p:blipFill>
        <p:spPr>
          <a:xfrm>
            <a:off x="1613888" y="4243387"/>
            <a:ext cx="2681336" cy="205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3;g3ceeff82bb2_0_39" title="41fe07a4-69a5-43f8-b998-ea75b2249615.jpg">
            <a:extLst>
              <a:ext uri="{FF2B5EF4-FFF2-40B4-BE49-F238E27FC236}">
                <a16:creationId xmlns:a16="http://schemas.microsoft.com/office/drawing/2014/main" id="{563E2538-3CC3-E552-B382-7EBBF7429A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7" r="1057"/>
          <a:stretch/>
        </p:blipFill>
        <p:spPr>
          <a:xfrm>
            <a:off x="4544502" y="4243387"/>
            <a:ext cx="2681336" cy="2054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5;g3ceeff82bb2_0_39" title="66b07255-4409-4a2d-bcec-05262e91b0ae.jpg">
            <a:extLst>
              <a:ext uri="{FF2B5EF4-FFF2-40B4-BE49-F238E27FC236}">
                <a16:creationId xmlns:a16="http://schemas.microsoft.com/office/drawing/2014/main" id="{7B624DFA-F74E-CA6D-0390-979BF1C5C1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057" r="1057"/>
          <a:stretch/>
        </p:blipFill>
        <p:spPr>
          <a:xfrm>
            <a:off x="7475115" y="4243387"/>
            <a:ext cx="2681336" cy="205435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0;g3ceeff82bb2_0_39">
            <a:extLst>
              <a:ext uri="{FF2B5EF4-FFF2-40B4-BE49-F238E27FC236}">
                <a16:creationId xmlns:a16="http://schemas.microsoft.com/office/drawing/2014/main" id="{4A77C14F-A97B-CF62-E131-B76043AF8FAA}"/>
              </a:ext>
            </a:extLst>
          </p:cNvPr>
          <p:cNvSpPr txBox="1"/>
          <p:nvPr/>
        </p:nvSpPr>
        <p:spPr>
          <a:xfrm>
            <a:off x="4544502" y="3831234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  <p:sp>
        <p:nvSpPr>
          <p:cNvPr id="13" name="Google Shape;30;g3ceeff82bb2_0_39">
            <a:extLst>
              <a:ext uri="{FF2B5EF4-FFF2-40B4-BE49-F238E27FC236}">
                <a16:creationId xmlns:a16="http://schemas.microsoft.com/office/drawing/2014/main" id="{F073BB2A-D902-DE61-D915-165EA04D3793}"/>
              </a:ext>
            </a:extLst>
          </p:cNvPr>
          <p:cNvSpPr txBox="1"/>
          <p:nvPr/>
        </p:nvSpPr>
        <p:spPr>
          <a:xfrm>
            <a:off x="7464317" y="3831233"/>
            <a:ext cx="2681336" cy="28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325" tIns="36325" rIns="36325" bIns="363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</a:p>
        </p:txBody>
      </p:sp>
    </p:spTree>
    <p:extLst>
      <p:ext uri="{BB962C8B-B14F-4D97-AF65-F5344CB8AC3E}">
        <p14:creationId xmlns:p14="http://schemas.microsoft.com/office/powerpoint/2010/main" val="193613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4348BD-B151-F0A6-EE61-B81CD0421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CB7B07-A63A-AD45-A2E2-A5BB9A82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583" y="3429000"/>
            <a:ext cx="2966444" cy="6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423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4038474245]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A0F271-87F7-C345-B9E7-A70F1FF737E3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58</Words>
  <Application>Microsoft Macintosh PowerPoint</Application>
  <PresentationFormat>Panorámica</PresentationFormat>
  <Paragraphs>29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 Black</vt:lpstr>
      <vt:lpstr>Montserrat SemiBold</vt:lpstr>
      <vt:lpstr>Arial</vt:lpstr>
      <vt:lpstr>Tema de Office [1774038474245]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Sarahi Williams</dc:creator>
  <cp:lastModifiedBy>JAIME SILVA</cp:lastModifiedBy>
  <cp:revision>8</cp:revision>
  <dcterms:created xsi:type="dcterms:W3CDTF">2024-11-07T13:50:47Z</dcterms:created>
  <dcterms:modified xsi:type="dcterms:W3CDTF">2026-03-26T21:10:17Z</dcterms:modified>
</cp:coreProperties>
</file>